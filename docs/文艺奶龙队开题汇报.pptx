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DB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E4257"/>
                </a:solidFill>
                <a:latin typeface="Microsoft YaHei"/>
              </a:defRPr>
            </a:pPr>
            <a:r>
              <a:t>自习室座位预约系统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7230" y="2240280"/>
            <a:ext cx="146706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456587"/>
                </a:solidFill>
                <a:latin typeface="Microsoft YaHei"/>
              </a:defRPr>
            </a:pPr>
            <a:r>
              <a:rPr lang="zh-CN" altLang="en-US" dirty="0"/>
              <a:t>文艺奶龙队开题汇报</a:t>
            </a:r>
            <a:endParaRPr lang="en-US" altLang="zh-CN" dirty="0"/>
          </a:p>
          <a:p>
            <a:pPr algn="ctr">
              <a:defRPr sz="2000" b="0">
                <a:solidFill>
                  <a:srgbClr val="456587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246120" y="2999232"/>
            <a:ext cx="5715000" cy="53035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4257"/>
                </a:solidFill>
                <a:latin typeface="Microsoft YaHei"/>
              </a:defRPr>
            </a:pPr>
            <a:r>
              <a:t>项目目标 · 内部分工 · 开发进度 · 后续计划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127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6382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BA5B0"/>
                </a:solidFill>
                <a:latin typeface="Microsoft YaHei"/>
              </a:defRPr>
            </a:pPr>
            <a:r>
              <a:t>自习室座位预约系统 · 开题汇报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E4257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3891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C98A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27648"/>
            <a:ext cx="10881360" cy="127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382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BA5B0"/>
                </a:solidFill>
                <a:latin typeface="Microsoft YaHei"/>
              </a:defRPr>
            </a:pPr>
            <a:r>
              <a:t>自习室座位预约系统 · 开题汇报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39112"/>
            <a:ext cx="110642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基础信息管理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182879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校区、楼栋、楼层、自习室、座位维护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支持按行列批量生成座位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74519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21608" y="205740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39112"/>
            <a:ext cx="110642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学生预约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587752"/>
            <a:ext cx="182879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筛选自习室，查看座位状态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选择空闲座位并设置预约时间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874519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28816" y="205740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5" y="2039112"/>
            <a:ext cx="11064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座位管控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2587752"/>
            <a:ext cx="182879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预约签到与超时释放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爽约计数与黑名单限制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874519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36024" y="205740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58984" y="2039112"/>
            <a:ext cx="11064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数据报表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2587752"/>
            <a:ext cx="182879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座位热力图、使用率统计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热门预约时段分析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8396" y="2798064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5604" y="2798064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2811" y="2798064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目标：让管理员可以快速维护座位资源，让学生可以清晰预约并完成使用闭环。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E4257"/>
                </a:solidFill>
                <a:latin typeface="Microsoft YaHei"/>
              </a:defRPr>
            </a:pPr>
            <a:r>
              <a:t>组队与内部分工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3891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C98A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27648"/>
            <a:ext cx="10881360" cy="127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382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BA5B0"/>
                </a:solidFill>
                <a:latin typeface="Microsoft YaHei"/>
              </a:defRPr>
            </a:pPr>
            <a:r>
              <a:t>自习室座位预约系统 · 开题汇报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0020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0976" y="178308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1764792"/>
            <a:ext cx="38496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2313432"/>
            <a:ext cx="45720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潘烨洋：负责前端整体布局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页面设计、预约流程展示、接口对接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56248" y="178308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1764792"/>
            <a:ext cx="38496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313432"/>
            <a:ext cx="45720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温子健、黄欣如、张一凡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预约流程、基础信息、签到释放等核心接口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9476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0976" y="397764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3936" y="3959352"/>
            <a:ext cx="38496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4507992"/>
            <a:ext cx="45720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陈勃君：负责环境、数据库、Git仓库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最终服务器部署并保证外网访问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79476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56248" y="397764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3959352"/>
            <a:ext cx="38496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测试与文档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507992"/>
            <a:ext cx="45720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陈俊凯：准备演示数据与测试主流程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整理功能截图与答辩PPT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18211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715000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0">
                <a:solidFill>
                  <a:srgbClr val="768696"/>
                </a:solidFill>
                <a:latin typeface="Microsoft YaHei"/>
              </a:defRPr>
            </a:pPr>
            <a:r>
              <a:t>协作重点：接口文档、命名规范、本地部署方法、测试反馈闭环。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E4257"/>
                </a:solidFill>
                <a:latin typeface="Microsoft YaHei"/>
              </a:defRPr>
            </a:pPr>
            <a:r>
              <a:t>项目开发进度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3891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C98A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27648"/>
            <a:ext cx="10881360" cy="127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382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BA5B0"/>
                </a:solidFill>
                <a:latin typeface="Microsoft YaHei"/>
              </a:defRPr>
            </a:pPr>
            <a:r>
              <a:t>自习室座位预约系统 · 开题汇报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2423160" cy="2148840"/>
          </a:xfrm>
          <a:prstGeom prst="roundRect">
            <a:avLst/>
          </a:prstGeom>
          <a:solidFill>
            <a:srgbClr val="DBEAF8"/>
          </a:solidFill>
          <a:ln w="1270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221992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4257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7889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脚手架搭建</a:t>
            </a:r>
          </a:p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技术栈确认</a:t>
            </a:r>
          </a:p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GitHub仓库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5827" y="2889503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965960"/>
            <a:ext cx="2423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221992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4257"/>
                </a:solidFill>
                <a:latin typeface="Microsoft YaHei"/>
              </a:defRPr>
            </a:pPr>
            <a:r>
              <a:t>正在进行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7889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数据库表设计</a:t>
            </a:r>
          </a:p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后端接口开发</a:t>
            </a:r>
          </a:p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前端页面初稿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0468" y="2889503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965960"/>
            <a:ext cx="2423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2221992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4257"/>
                </a:solidFill>
                <a:latin typeface="Microsoft YaHei"/>
              </a:defRPr>
            </a:pPr>
            <a:r>
              <a:t>即将开始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7889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本地联调</a:t>
            </a:r>
          </a:p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主流程测试</a:t>
            </a:r>
          </a:p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边界情况修复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5108" y="2889503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965960"/>
            <a:ext cx="2423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90888" y="2221992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4257"/>
                </a:solidFill>
                <a:latin typeface="Microsoft YaHei"/>
              </a:defRPr>
            </a:pPr>
            <a:r>
              <a:t>最终目标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7889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服务器部署</a:t>
            </a:r>
          </a:p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演示数据准备</a:t>
            </a:r>
          </a:p>
          <a:p>
            <a:pPr algn="ctr">
              <a:spcAft>
                <a:spcPts val="400"/>
              </a:spcAft>
              <a:defRPr sz="1250">
                <a:solidFill>
                  <a:srgbClr val="3A4858"/>
                </a:solidFill>
                <a:latin typeface="Microsoft YaHei"/>
              </a:defRPr>
            </a:pPr>
            <a:r>
              <a:t>答辩文档整理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92040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2E4257"/>
                </a:solidFill>
                <a:latin typeface="Microsoft YaHei"/>
              </a:defRPr>
            </a:pPr>
            <a:r>
              <a:t>当前判断：脚手架、仓库和数据库初稿已落地，后续关键是“接口稳定 + 主流程跑通”。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E4257"/>
                </a:solidFill>
                <a:latin typeface="Microsoft YaHei"/>
              </a:defRPr>
            </a:pPr>
            <a:r>
              <a:t>核心业务流程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3891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C98A6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27648"/>
            <a:ext cx="10881360" cy="127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382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BA5B0"/>
                </a:solidFill>
                <a:latin typeface="Microsoft YaHei"/>
              </a:defRPr>
            </a:pPr>
            <a:r>
              <a:t>自习室座位预约系统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50" b="1">
                <a:solidFill>
                  <a:srgbClr val="2E4257"/>
                </a:solidFill>
                <a:latin typeface="Microsoft YaHei"/>
              </a:defRPr>
            </a:pPr>
            <a:r>
              <a:t>管理员录入自习室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47088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E4257"/>
                </a:solidFill>
                <a:latin typeface="Microsoft YaHei"/>
              </a:defRPr>
            </a:pPr>
            <a:r>
              <a:t>录入校区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0844" y="1938527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8" y="1847088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E4257"/>
                </a:solidFill>
                <a:latin typeface="Microsoft YaHei"/>
              </a:defRPr>
            </a:pPr>
            <a:r>
              <a:t>录入楼栋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3924" y="1938527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47088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E4257"/>
                </a:solidFill>
                <a:latin typeface="Microsoft YaHei"/>
              </a:defRPr>
            </a:pPr>
            <a:r>
              <a:t>录入楼层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7004" y="1938527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847088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E4257"/>
                </a:solidFill>
                <a:latin typeface="Microsoft YaHei"/>
              </a:defRPr>
            </a:pPr>
            <a:r>
              <a:t>录入自习室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0083" y="1938527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847088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E4257"/>
                </a:solidFill>
                <a:latin typeface="Microsoft YaHei"/>
              </a:defRPr>
            </a:pPr>
            <a:r>
              <a:t>设置行列数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3164" y="1938527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1847088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E4257"/>
                </a:solidFill>
                <a:latin typeface="Microsoft YaHei"/>
              </a:defRPr>
            </a:pPr>
            <a:r>
              <a:t>批量生成座位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2608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50" b="1">
                <a:solidFill>
                  <a:srgbClr val="2E4257"/>
                </a:solidFill>
                <a:latin typeface="Microsoft YaHei"/>
              </a:defRPr>
            </a:pPr>
            <a:r>
              <a:t>学生预约与签到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364992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筛选自习室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0844" y="345643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32888" y="3364992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查看座位状态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3924" y="345643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3364992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选择空闲座位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7004" y="345643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8" y="3364992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设置预约时间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0083" y="345643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7" y="3364992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系统判断冲突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3164" y="345643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5208" y="3364992"/>
            <a:ext cx="129844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预约成功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443984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50" b="1">
                <a:solidFill>
                  <a:srgbClr val="2E4257"/>
                </a:solidFill>
                <a:latin typeface="Microsoft YaHei"/>
              </a:defRPr>
            </a:pPr>
            <a:r>
              <a:t>座位释放规则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828032"/>
            <a:ext cx="111556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预约开始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56816" y="491947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67712" y="4828032"/>
            <a:ext cx="1444752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15分钟内签到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9624" y="491947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4828032"/>
            <a:ext cx="1554480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签到成功：使用中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892040"/>
            <a:ext cx="2560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768696"/>
                </a:solidFill>
                <a:latin typeface="Microsoft YaHei"/>
              </a:defRPr>
            </a:pPr>
            <a:r>
              <a:t>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828032"/>
            <a:ext cx="102412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未签到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7224" y="491947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08975" y="4828032"/>
            <a:ext cx="1115568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标记爽约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491947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90304" y="4828032"/>
            <a:ext cx="1078992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E4257"/>
                </a:solidFill>
                <a:latin typeface="Microsoft YaHei"/>
              </a:defRPr>
            </a:pPr>
            <a:r>
              <a:t>座位释放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05872" y="491947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61904" y="4828032"/>
            <a:ext cx="1152144" cy="438912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0">
                <a:solidFill>
                  <a:srgbClr val="2E4257"/>
                </a:solidFill>
                <a:latin typeface="Microsoft YaHei"/>
              </a:defRPr>
            </a:pPr>
            <a:r>
              <a:t>3次进黑名单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E4257"/>
                </a:solidFill>
                <a:latin typeface="Microsoft YaHei"/>
              </a:defRPr>
            </a:pPr>
            <a:r>
              <a:t>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768696"/>
                </a:solidFill>
                <a:latin typeface="Microsoft YaHei"/>
              </a:defRPr>
            </a:pPr>
            <a:r>
              <a:rPr dirty="0" err="1"/>
              <a:t>按阶段推进，给联调、测试和部署预留缓冲时间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744200" y="43891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C98A6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27648"/>
            <a:ext cx="10881360" cy="127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382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BA5B0"/>
                </a:solidFill>
                <a:latin typeface="Microsoft YaHei"/>
              </a:defRPr>
            </a:pPr>
            <a:r>
              <a:t>自习室座位预约系统 · 开题汇报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481328"/>
            <a:ext cx="1600200" cy="457200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4257"/>
                </a:solidFill>
                <a:latin typeface="Microsoft YaHei"/>
              </a:defRPr>
            </a:pPr>
            <a:r>
              <a:t>7.6 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2324" y="158191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71600"/>
            <a:ext cx="81381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517904"/>
            <a:ext cx="7680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20">
                <a:solidFill>
                  <a:srgbClr val="3A4858"/>
                </a:solidFill>
                <a:latin typeface="Microsoft YaHei"/>
              </a:defRPr>
            </a:pPr>
            <a:r>
              <a:t>完成数据库表设计  ｜  前后端技术方案确认  ｜  初步接口与页面落地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624328"/>
            <a:ext cx="1600200" cy="457200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4257"/>
                </a:solidFill>
                <a:latin typeface="Microsoft YaHei"/>
              </a:defRPr>
            </a:pPr>
            <a:r>
              <a:t>7.7 - 7.10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2324" y="272491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514600"/>
            <a:ext cx="81381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2660904"/>
            <a:ext cx="7680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20">
                <a:solidFill>
                  <a:srgbClr val="3A4858"/>
                </a:solidFill>
                <a:latin typeface="Microsoft YaHei"/>
              </a:defRPr>
            </a:pPr>
            <a:r>
              <a:t>本地部署与主流程测试  ｜  修复明显 Bug  ｜  补齐边界条件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767328"/>
            <a:ext cx="1600200" cy="457200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4257"/>
                </a:solidFill>
                <a:latin typeface="Microsoft YaHei"/>
              </a:defRPr>
            </a:pPr>
            <a:r>
              <a:t>7.11 - 7.13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2324" y="386791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657600"/>
            <a:ext cx="81381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3803904"/>
            <a:ext cx="7680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20">
                <a:solidFill>
                  <a:srgbClr val="3A4858"/>
                </a:solidFill>
                <a:latin typeface="Microsoft YaHei"/>
              </a:defRPr>
            </a:pPr>
            <a:r>
              <a:t>服务器部署  ｜  服务器端测试  ｜  准备演示环境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4910328"/>
            <a:ext cx="1600200" cy="457200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4257"/>
                </a:solidFill>
                <a:latin typeface="Microsoft YaHei"/>
              </a:defRPr>
            </a:pPr>
            <a:r>
              <a:t>7.14 - 7.17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324" y="5010912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4800600"/>
            <a:ext cx="81381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4946904"/>
            <a:ext cx="7680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20">
                <a:solidFill>
                  <a:srgbClr val="3A4858"/>
                </a:solidFill>
                <a:latin typeface="Microsoft YaHei"/>
              </a:defRPr>
            </a:pPr>
            <a:r>
              <a:t>整理文档与截图  ｜  准备演示数据  ｜  完善答辩 PPT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79592"/>
            <a:ext cx="10287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0">
                <a:solidFill>
                  <a:srgbClr val="768696"/>
                </a:solidFill>
                <a:latin typeface="Microsoft YaHei"/>
              </a:defRPr>
            </a:pPr>
            <a:r>
              <a:t>风险关注：接口变更、数据库字段不统一、签到释放定时任务、服务器部署环境差异。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E4257"/>
                </a:solidFill>
                <a:latin typeface="Microsoft YaHei"/>
              </a:defRPr>
            </a:pPr>
            <a:r>
              <a:t>阶段总结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3891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C98A6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27648"/>
            <a:ext cx="10881360" cy="127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382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BA5B0"/>
                </a:solidFill>
                <a:latin typeface="Microsoft YaHei"/>
              </a:defRPr>
            </a:pPr>
            <a:r>
              <a:t>自习室座位预约系统 · 开题汇报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4663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5568" y="187452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1856232"/>
            <a:ext cx="343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当前完成情况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404872"/>
            <a:ext cx="416052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脚手架已经搭好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项目已进入开发阶段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分工基本明确，后续按模块推进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91640"/>
            <a:ext cx="4663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30568" y="1874520"/>
            <a:ext cx="713232" cy="310896"/>
          </a:xfrm>
          <a:prstGeom prst="roundRect">
            <a:avLst/>
          </a:prstGeom>
          <a:solidFill>
            <a:srgbClr val="DBEAF8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E4257"/>
                </a:solidFill>
                <a:latin typeface="Microsoft YaHei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1856232"/>
            <a:ext cx="343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E4257"/>
                </a:solidFill>
                <a:latin typeface="Microsoft YaHei"/>
              </a:defRPr>
            </a:pPr>
            <a:r>
              <a:t>下一阶段重点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2404872"/>
            <a:ext cx="416052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后端接口与数据库表尽快稳定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前端完成预约主流程页面</a:t>
            </a:r>
          </a:p>
          <a:p>
            <a:pPr>
              <a:spcAft>
                <a:spcPts val="500"/>
              </a:spcAft>
              <a:defRPr sz="1120">
                <a:solidFill>
                  <a:srgbClr val="3A4858"/>
                </a:solidFill>
                <a:latin typeface="Microsoft YaHei"/>
              </a:defRPr>
            </a:pPr>
            <a:r>
              <a:t>测试尽早介入，形成反馈闭环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569464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4572000"/>
            <a:ext cx="2377440" cy="502920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4257"/>
                </a:solidFill>
                <a:latin typeface="Microsoft YaHei"/>
              </a:defRPr>
            </a:pPr>
            <a:r>
              <a:t>先完成可演示闭环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4608" y="4572000"/>
            <a:ext cx="2377440" cy="502920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4257"/>
                </a:solidFill>
                <a:latin typeface="Microsoft YaHei"/>
              </a:defRPr>
            </a:pPr>
            <a:r>
              <a:t>再补充异常处理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5552" y="4572000"/>
            <a:ext cx="2651760" cy="502920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4257"/>
                </a:solidFill>
                <a:latin typeface="Microsoft YaHei"/>
              </a:defRPr>
            </a:pPr>
            <a:r>
              <a:t>最后打磨部署与文档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700" y="4700016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931" y="4700016"/>
            <a:ext cx="2194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ECDD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287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4257"/>
                </a:solidFill>
                <a:latin typeface="Microsoft YaHei"/>
              </a:defRPr>
            </a:pPr>
            <a:r>
              <a:t>汇报结束，谢谢！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280</Words>
  <Application>Microsoft Office PowerPoint</Application>
  <PresentationFormat>宽屏</PresentationFormat>
  <Paragraphs>149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自习室座位预约系统 项目进度汇报</dc:title>
  <dc:subject>Java 课设项目进度汇报</dc:subject>
  <dc:creator>ChatGPT</dc:creator>
  <cp:keywords/>
  <dc:description>generated using python-pptx</dc:description>
  <cp:lastModifiedBy>俊凯 陈</cp:lastModifiedBy>
  <cp:revision>2</cp:revision>
  <dcterms:created xsi:type="dcterms:W3CDTF">2013-01-27T09:14:16Z</dcterms:created>
  <dcterms:modified xsi:type="dcterms:W3CDTF">2026-07-03T01:50:33Z</dcterms:modified>
  <cp:category/>
</cp:coreProperties>
</file>